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1 — Title (target: 30s)</a:t>
            </a:r>
          </a:p>
          <a:p/>
          <a:p>
            <a:r>
              <a:t>## Hook line</a:t>
            </a:r>
          </a:p>
          <a:p>
            <a:r>
              <a:t>&gt; "Today's pipelines emit GBs of logs about CPU and memory — and almost nothing about the data flowing through them. KAGE fixes that in four lines of Python."</a:t>
            </a:r>
          </a:p>
          <a:p/>
          <a:p>
            <a:r>
              <a:t>## Key talking points</a:t>
            </a:r>
          </a:p>
          <a:p>
            <a:r>
              <a:t>1. KAGE = Universal Pipeline Observability — emphasis on **universal**.</a:t>
            </a:r>
          </a:p>
          <a:p>
            <a:r>
              <a:t>2. Works across PySpark, Spark SQL, Databricks, DLT/Lakeflow, dbt, Airflow.</a:t>
            </a:r>
          </a:p>
          <a:p>
            <a:r>
              <a:t>3. Drop-in: import + log, no platform lock-in, no agent to deploy.</a:t>
            </a:r>
          </a:p>
          <a:p>
            <a:r>
              <a:t>4. Already installable from PyPI: `pip install kage`.</a:t>
            </a:r>
          </a:p>
          <a:p/>
          <a:p>
            <a:r>
              <a:t>## Delivery notes</a:t>
            </a:r>
          </a:p>
          <a:p>
            <a:r>
              <a:t>- Smile, slow down on "four lines."</a:t>
            </a:r>
          </a:p>
          <a:p>
            <a:r>
              <a:t>- Don't read bullets — they're the audience's, not yours.</a:t>
            </a:r>
          </a:p>
          <a:p>
            <a:r>
              <a:t>- Transition: *"So why do we need this in the first place?"* → next slide.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2 — The Problem (target: 45s)</a:t>
            </a:r>
          </a:p>
          <a:p/>
          <a:p>
            <a:r>
              <a:t>## Core message</a:t>
            </a:r>
          </a:p>
          <a:p>
            <a:r>
              <a:t>Existing observability is **infrastructure-shaped**. It answers</a:t>
            </a:r>
          </a:p>
          <a:p>
            <a:r>
              <a:t>"is the cluster up?" — not "did the data move correctly?"</a:t>
            </a:r>
          </a:p>
          <a:p/>
          <a:p>
            <a:r>
              <a:t>## Talking points</a:t>
            </a:r>
          </a:p>
          <a:p>
            <a:r>
              <a:t>1. Datadog / CloudWatch / Splunk = great at CPU/memory/latency.</a:t>
            </a:r>
          </a:p>
          <a:p>
            <a:r>
              <a:t>2. Data teams need **business-level** signals: lineage, volumes, success rate.</a:t>
            </a:r>
          </a:p>
          <a:p>
            <a:r>
              <a:t>3. Today: those signals live in scattered notebooks, ad-hoc print statements, or nowhere.</a:t>
            </a:r>
          </a:p>
          <a:p>
            <a:r>
              <a:t>4. The quote ("I can prove my cluster was healthy…") is the bumper sticker — pause after it.</a:t>
            </a:r>
          </a:p>
          <a:p/>
          <a:p>
            <a:r>
              <a:t>## Concrete examples to mention if asked</a:t>
            </a:r>
          </a:p>
          <a:p>
            <a:r>
              <a:t>- A silent silver-table join that drops 30% of rows — no monitor catches it.</a:t>
            </a:r>
          </a:p>
          <a:p>
            <a:r>
              <a:t>- A gold dashboard that hasn't refreshed in 12 hours — no freshness SLA.</a:t>
            </a:r>
          </a:p>
          <a:p>
            <a:r>
              <a:t>- A failed job at 3 AM — root cause buried in driver logs.</a:t>
            </a:r>
          </a:p>
          <a:p/>
          <a:p>
            <a:r>
              <a:t>## Transition</a:t>
            </a:r>
          </a:p>
          <a:p>
            <a:r>
              <a:t>*"So we built a small library that fills exactly that gap…"* → slide 3.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3 — How KAGE Works (target: 60s)</a:t>
            </a:r>
          </a:p>
          <a:p/>
          <a:p>
            <a:r>
              <a:t>## Core message</a:t>
            </a:r>
          </a:p>
          <a:p>
            <a:r>
              <a:t>Tiny surface area, lakehouse-shaped output. Two paradigms — ETL **and** agentic — sharing one event stream.</a:t>
            </a:r>
          </a:p>
          <a:p/>
          <a:p>
            <a:r>
              <a:t>## Talking points</a:t>
            </a:r>
          </a:p>
          <a:p>
            <a:r>
              <a:t>1. **3 event types** — `job_run`, `task_run`, `dataset_event`. The entire data model.</a:t>
            </a:r>
          </a:p>
          <a:p>
            <a:r>
              <a:t>2. **Two API flavors** —</a:t>
            </a:r>
          </a:p>
          <a:p>
            <a:r>
              <a:t>   - ETL: `@pipeline` / `@task(layer=…)` / `@dataset(layer=…)` for medallion pipelines.</a:t>
            </a:r>
          </a:p>
          <a:p>
            <a:r>
              <a:t>   - Agentic: `@agent` / `@step` / `@tool` / `@llm_call` for spans (no medallion required).</a:t>
            </a:r>
          </a:p>
          <a:p>
            <a:r>
              <a:t>3. **Four adapters** — DLT, dbt, Airflow, LangChain. Same JSONL output.</a:t>
            </a:r>
          </a:p>
          <a:p>
            <a:r>
              <a:t>4. **Core engine** — thread-safe lock for ETL parallelism; `contextvars` span stack for agentic parallelism (asyncio.gather + ThreadPool with copy_context).</a:t>
            </a:r>
          </a:p>
          <a:p>
            <a:r>
              <a:t>5. **JSONL on disk** — no daemon, no agent, no separate database. SQL it directly.</a:t>
            </a:r>
          </a:p>
          <a:p/>
          <a:p>
            <a:r>
              <a:t>## If asked about architecture</a:t>
            </a:r>
          </a:p>
          <a:p>
            <a:r>
              <a:t>Point to `docs/architecture.html` — six-layer stack:</a:t>
            </a:r>
          </a:p>
          <a:p>
            <a:r>
              <a:t>User Code → KAGE API → Adapters → Core Engine → Storage → Analytics.</a:t>
            </a:r>
          </a:p>
          <a:p/>
          <a:p>
            <a:r>
              <a:t>## Transition</a:t>
            </a:r>
          </a:p>
          <a:p>
            <a:r>
              <a:t>*"Let's see the declarative version — this is where it gets fun."* → slide 4.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4 — Declarative `@` API (target: 60s)</a:t>
            </a:r>
          </a:p>
          <a:p/>
          <a:p>
            <a:r>
              <a:t>## Core message</a:t>
            </a:r>
          </a:p>
          <a:p>
            <a:r>
              <a:t>Three decorators replace ~30 lines of try/except + logging boilerplate.</a:t>
            </a:r>
          </a:p>
          <a:p/>
          <a:p>
            <a:r>
              <a:t>## Talking points (walk top→bottom)</a:t>
            </a:r>
          </a:p>
          <a:p>
            <a:r>
              <a:t>1. **`configure(...)`** — set once per process; all decorators share it.</a:t>
            </a:r>
          </a:p>
          <a:p>
            <a:r>
              <a:t>2. **`@dataset`** — auto record_count via `DataFrame.count()`, `len()`, or `int` return; pass `upstream_datasets=[...]` and lineage is wired.</a:t>
            </a:r>
          </a:p>
          <a:p>
            <a:r>
              <a:t>3. **`@task(layer=...)`** — medallion-aware, emits `task_run` start/end.</a:t>
            </a:r>
          </a:p>
          <a:p>
            <a:r>
              <a:t>4. **`@pipeline`** — wraps a job; on exception logs FAILED with `error_type` + `error_message` + `stack_trace`, then **re-raises** (KAGE never swallows errors).</a:t>
            </a:r>
          </a:p>
          <a:p>
            <a:r>
              <a:t>5. **`@pipeline` works without parens** — `@pipeline` alone uses the function name.</a:t>
            </a:r>
          </a:p>
          <a:p/>
          <a:p>
            <a:r>
              <a:t>## What to say if someone asks "what about streaming?"</a:t>
            </a:r>
          </a:p>
          <a:p>
            <a:r>
              <a:t>"Streaming DataFrames are auto-detected via `isStreaming` — no `.count()` call, no blocking. Same decorator, no special case in your code."</a:t>
            </a:r>
          </a:p>
          <a:p/>
          <a:p>
            <a:r>
              <a:t>## Transition</a:t>
            </a:r>
          </a:p>
          <a:p>
            <a:r>
              <a:t>*"And if your platform is Databricks DLT or Lakeflow — one more decorator."*</a:t>
            </a:r>
          </a:p>
          <a:p>
            <a:r>
              <a:t>→ slide 5.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5 — DLT / Lakeflow Integration (target: 60s)</a:t>
            </a:r>
          </a:p>
          <a:p/>
          <a:p>
            <a:r>
              <a:t>## Core message</a:t>
            </a:r>
          </a:p>
          <a:p>
            <a:r>
              <a:t>KAGE plays nicely with declarative pipelines — no architectural change.</a:t>
            </a:r>
          </a:p>
          <a:p/>
          <a:p>
            <a:r>
              <a:t>## Talking points</a:t>
            </a:r>
          </a:p>
          <a:p>
            <a:r>
              <a:t>1. `@kage_dlt_table` = `@dlt.table` + KAGE event in one decorator.</a:t>
            </a:r>
          </a:p>
          <a:p>
            <a:r>
              <a:t>2. **Default skips `.count()`** — DLT already materializes the data; we don't want to double the compute on a 50B-row table.</a:t>
            </a:r>
          </a:p>
          <a:p>
            <a:r>
              <a:t>3. **Streaming-safe** — `isStreaming` is auto-detected; no blocking.</a:t>
            </a:r>
          </a:p>
          <a:p>
            <a:r>
              <a:t>4. **Quality rules** — `@kage_dlt_expectations` bundles multiple `@dlt.expect_or_drop` / `expect_or_fail`.</a:t>
            </a:r>
          </a:p>
          <a:p>
            <a:r>
              <a:t>5. On exception: log `status=FAILED` + stack trace → re-raise → DLT marks the table failed. Single source of truth.</a:t>
            </a:r>
          </a:p>
          <a:p/>
          <a:p>
            <a:r>
              <a:t>## Cases I've stress-tested (have ready to mention)</a:t>
            </a:r>
          </a:p>
          <a:p>
            <a:r>
              <a:t>- **Positive** — happy bronze→silver→gold path with lineage.</a:t>
            </a:r>
          </a:p>
          <a:p>
            <a:r>
              <a:t>- **Negative** — function raises → KAGE logs + re-raises; expectation fires → DLT aborts, KAGE captures via dataset_event.</a:t>
            </a:r>
          </a:p>
          <a:p>
            <a:r>
              <a:t>- **Extreme** — empty DF (0 rows logged, no crash), streaming DF (no count), 50B-row batch (skip_count), exact count via `DataFrame.observe()`.</a:t>
            </a:r>
          </a:p>
          <a:p/>
          <a:p>
            <a:r>
              <a:t>## Reference</a:t>
            </a:r>
          </a:p>
          <a:p>
            <a:r>
              <a:t>Full example notebook at `examples/spark_declarative_cases.py`.</a:t>
            </a:r>
          </a:p>
          <a:p/>
          <a:p>
            <a:r>
              <a:t>## Transition</a:t>
            </a:r>
          </a:p>
          <a:p>
            <a:r>
              <a:t>*"Once events land, the lakehouse does the rest."* → slide 6.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6 — Analytics + Close (target: 45s)</a:t>
            </a:r>
          </a:p>
          <a:p/>
          <a:p>
            <a:r>
              <a:t>## Core message</a:t>
            </a:r>
          </a:p>
          <a:p>
            <a:r>
              <a:t>Logs aren't the destination — insights are. KAGE ships 10+ pre-built queries</a:t>
            </a:r>
          </a:p>
          <a:p>
            <a:r>
              <a:t>plus opt-in AI suggestions.</a:t>
            </a:r>
          </a:p>
          <a:p/>
          <a:p>
            <a:r>
              <a:t>## Talking points</a:t>
            </a:r>
          </a:p>
          <a:p>
            <a:r>
              <a:t>1. The analytics module (`kage.utils.databricks_analytics`) ships SQL templates</a:t>
            </a:r>
          </a:p>
          <a:p>
            <a:r>
              <a:t>   for the metrics every data team needs: SLA, health, root cause, cost, lineage.</a:t>
            </a:r>
          </a:p>
          <a:p>
            <a:r>
              <a:t>2. Each query accepts an optional `model_name=` → it tacks on an</a:t>
            </a:r>
          </a:p>
          <a:p>
            <a:r>
              <a:t>   `ai_query(...) AS resolution_suggestion` column. Plain text recommendations,</a:t>
            </a:r>
          </a:p>
          <a:p>
            <a:r>
              <a:t>   inline with the metrics.</a:t>
            </a:r>
          </a:p>
          <a:p>
            <a:r>
              <a:t>3. Output is Lakehouse-native — no extra service, no ingest pipeline.</a:t>
            </a:r>
          </a:p>
          <a:p/>
          <a:p>
            <a:r>
              <a:t>## Closing line</a:t>
            </a:r>
          </a:p>
          <a:p>
            <a:r>
              <a:t>&gt; "Four lines to instrument. Zero infra. Every pipeline becomes a queryable,</a:t>
            </a:r>
          </a:p>
          <a:p>
            <a:r>
              <a:t>&gt; AI-suggestible asset."</a:t>
            </a:r>
          </a:p>
          <a:p/>
          <a:p>
            <a:r>
              <a:t>## Call to action</a:t>
            </a:r>
          </a:p>
          <a:p>
            <a:r>
              <a:t>- `pip install kage`</a:t>
            </a:r>
          </a:p>
          <a:p>
            <a:r>
              <a:t>- Architecture: `docs/architecture.html`</a:t>
            </a:r>
          </a:p>
          <a:p>
            <a:r>
              <a:t>- Examples: `examples/decorator_quickstart.py`, `examples/spark_declarative_cases.py`</a:t>
            </a:r>
          </a:p>
          <a:p>
            <a:r>
              <a:t>- Questions?</a:t>
            </a:r>
          </a:p>
          <a:p/>
          <a:p>
            <a:r>
              <a:t>## Backup answers (likely Q&amp;A)</a:t>
            </a:r>
          </a:p>
          <a:p>
            <a:r>
              <a:t>- **Q: Performance?** A: &lt;10ms/event, thread-safe, atomic JSONL writes.</a:t>
            </a:r>
          </a:p>
          <a:p>
            <a:r>
              <a:t>- **Q: Storage cost?** A: JSONL compresses ~10x with Delta; one event ≈ 1KB.</a:t>
            </a:r>
          </a:p>
          <a:p>
            <a:r>
              <a:t>- **Q: How do I migrate existing logs?** A: Replay your job-log table into</a:t>
            </a:r>
          </a:p>
          <a:p>
            <a:r>
              <a:t>  `dataset_write` / `job_start` calls — KAGE writes additive events.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Slide 7 — Backup: KAGE × Databricks (skip unless asked)</a:t>
            </a:r>
          </a:p>
          <a:p/>
          <a:p>
            <a:r>
              <a:t>## When to show this slide</a:t>
            </a:r>
          </a:p>
          <a:p>
            <a:r>
              <a:t>Only when someone asks "how is this different from what Databricks already gives me?"</a:t>
            </a:r>
          </a:p>
          <a:p>
            <a:r>
              <a:t>Do NOT run through this in the 5-minute slot — it eats your buffer.</a:t>
            </a:r>
          </a:p>
          <a:p/>
          <a:p>
            <a:r>
              <a:t>## Framing (open with this)</a:t>
            </a:r>
          </a:p>
          <a:p>
            <a:r>
              <a:t>&gt; "KAGE doesn't replace Databricks observability. It gives you the **same</a:t>
            </a:r>
          </a:p>
          <a:p>
            <a:r>
              <a:t>&gt; lens across every platform you run** — Databricks, Snowflake, on-prem</a:t>
            </a:r>
          </a:p>
          <a:p>
            <a:r>
              <a:t>&gt; Spark, dbt, Airflow — with medallion semantics, business custom fields,</a:t>
            </a:r>
          </a:p>
          <a:p>
            <a:r>
              <a:t>&gt; and AI-suggested fixes built in."</a:t>
            </a:r>
          </a:p>
          <a:p/>
          <a:p>
            <a:r>
              <a:t>## Talking points (pick 2–3 based on the questioner)</a:t>
            </a:r>
          </a:p>
          <a:p>
            <a:r>
              <a:t>- **Cross-platform schema** — same JSONL contract everywhere; one SQL spans all clouds.</a:t>
            </a:r>
          </a:p>
          <a:p>
            <a:r>
              <a:t>- **Medallion semantics** — `layer` is a first-class column; gold survival % is a direct query, not a derivation.</a:t>
            </a:r>
          </a:p>
          <a:p>
            <a:r>
              <a:t>- **You own the data** — JSONL in your Volume / S3 / ADLS; export and retention are yours, not Databricks'.</a:t>
            </a:r>
          </a:p>
          <a:p>
            <a:r>
              <a:t>- **Custom business fields** — owner, SLA, cost center attach to every event.</a:t>
            </a:r>
          </a:p>
          <a:p>
            <a:r>
              <a:t>- **Lineage outside Databricks** — Python/dbt/Airflow code emits `upstream_datasets`; Unity Catalog can't see those today.</a:t>
            </a:r>
          </a:p>
          <a:p>
            <a:r>
              <a:t>- **AI suggestions** — every analytics query takes `model_name=…` and tacks on an `ai_query()` column with remediation per row.</a:t>
            </a:r>
          </a:p>
          <a:p/>
          <a:p>
            <a:r>
              <a:t>## Be honest about overlap (volunteer this)</a:t>
            </a:r>
          </a:p>
          <a:p>
            <a:r>
              <a:t>- Column-level lineage *inside* Databricks → Unity Catalog wins, KAGE doesn't replace this.</a:t>
            </a:r>
          </a:p>
          <a:p>
            <a:r>
              <a:t>- Lakehouse Monitoring covers profile / quality drift; KAGE's schema-drift query overlaps.</a:t>
            </a:r>
          </a:p>
          <a:p>
            <a:r>
              <a:t>- Jobs UI shows job-level success/failure already — KAGE's value is making it cross-platform queryable.</a:t>
            </a:r>
          </a:p>
          <a:p/>
          <a:p>
            <a:r>
              <a:t>## Closing line (after they're convinced)</a:t>
            </a:r>
          </a:p>
          <a:p>
            <a:r>
              <a:t>&gt; "Think of KAGE as the **glue** that makes Databricks observability portable</a:t>
            </a:r>
          </a:p>
          <a:p>
            <a:r>
              <a:t>&gt; to the rest of your stack — and as the place to put your *business* context</a:t>
            </a:r>
          </a:p>
          <a:p>
            <a:r>
              <a:t>&gt; next to the Databricks platform context."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937"/>
                </a:solidFill>
                <a:latin typeface="Calibri"/>
              </a:rPr>
              <a:t>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563EB"/>
                </a:solidFill>
                <a:latin typeface="Calibri"/>
              </a:rPr>
              <a:t>Universal Pipeline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Business-grade logs for </a:t>
            </a:r>
            <a:r>
              <a:rPr b="1" sz="2200">
                <a:solidFill>
                  <a:srgbClr val="1F2937"/>
                </a:solidFill>
                <a:latin typeface="Calibri"/>
              </a:rPr>
              <a:t>PySpark · Databricks · DLT · dbt · Airflow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Zero disruption — works with code you already have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4 lines to start, decorators to scale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  <a:r>
              <a:rPr sz="2200">
                <a:solidFill>
                  <a:srgbClr val="B45309"/>
                </a:solidFill>
                <a:latin typeface="Menlo"/>
              </a:rPr>
              <a:t>pip install kage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937"/>
                </a:solidFill>
                <a:latin typeface="Calibri"/>
              </a:rPr>
              <a:t>The Observability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563EB"/>
                </a:solidFill>
                <a:latin typeface="Calibri"/>
              </a:rPr>
              <a:t>Today's tools track **systems**, not **data**.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Datadog / CloudWatch → CPU, memory, latency  ✅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Pipeline lineage → who reads what? ❌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Volume tracking → rows per layer? ❌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Pipeline health → did it succeed, where did it fail? ❌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>Data freshness → is gold up to date? 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“"I can prove my cluster was healthy. I cannot prove my numbers were."”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libri"/>
              </a:rPr>
              <a:t>How KAGE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563EB"/>
                </a:solidFill>
                <a:latin typeface="Calibri"/>
              </a:rPr>
              <a:t>3 event types · ETL + Agentic APIs · 4 adapters · 1 JSONL stream</a:t>
            </a:r>
          </a:p>
        </p:txBody>
      </p:sp>
      <p:sp>
        <p:nvSpPr>
          <p:cNvPr id="6" name="layer__User_Code"/>
          <p:cNvSpPr/>
          <p:nvPr/>
        </p:nvSpPr>
        <p:spPr>
          <a:xfrm>
            <a:off x="1965960" y="1600200"/>
            <a:ext cx="8229600" cy="56692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User Code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PySpark · DLT · dbt · Airflow · LangChain / LangGraph · async agents</a:t>
            </a:r>
          </a:p>
        </p:txBody>
      </p:sp>
      <p:cxnSp>
        <p:nvCxnSpPr>
          <p:cNvPr id="7" name="arrow_down"/>
          <p:cNvCxnSpPr/>
          <p:nvPr/>
        </p:nvCxnSpPr>
        <p:spPr>
          <a:xfrm>
            <a:off x="6080760" y="2187128"/>
            <a:ext cx="0" cy="106304"/>
          </a:xfrm>
          <a:prstGeom prst="line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ayer__KAGE_API"/>
          <p:cNvSpPr/>
          <p:nvPr/>
        </p:nvSpPr>
        <p:spPr>
          <a:xfrm>
            <a:off x="1965960" y="2313432"/>
            <a:ext cx="8229600" cy="56692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KAGE API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ETL: @pipeline / @task / @dataset    Agentic: @agent / @step / @tool / @llm_call</a:t>
            </a:r>
          </a:p>
        </p:txBody>
      </p:sp>
      <p:cxnSp>
        <p:nvCxnSpPr>
          <p:cNvPr id="9" name="arrow_down"/>
          <p:cNvCxnSpPr/>
          <p:nvPr/>
        </p:nvCxnSpPr>
        <p:spPr>
          <a:xfrm>
            <a:off x="6080760" y="2900360"/>
            <a:ext cx="0" cy="106304"/>
          </a:xfrm>
          <a:prstGeom prst="line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ayer__Adapters"/>
          <p:cNvSpPr/>
          <p:nvPr/>
        </p:nvSpPr>
        <p:spPr>
          <a:xfrm>
            <a:off x="1965960" y="3026664"/>
            <a:ext cx="8229600" cy="56692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Adapters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@kage_dlt_table · emit_dbt_run_results · kage_task_callbacks · KageLangChainCallback</a:t>
            </a:r>
          </a:p>
        </p:txBody>
      </p:sp>
      <p:cxnSp>
        <p:nvCxnSpPr>
          <p:cNvPr id="11" name="arrow_down"/>
          <p:cNvCxnSpPr/>
          <p:nvPr/>
        </p:nvCxnSpPr>
        <p:spPr>
          <a:xfrm>
            <a:off x="6080760" y="3613592"/>
            <a:ext cx="0" cy="106304"/>
          </a:xfrm>
          <a:prstGeom prst="line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yer__Core_Engine"/>
          <p:cNvSpPr/>
          <p:nvPr/>
        </p:nvSpPr>
        <p:spPr>
          <a:xfrm>
            <a:off x="1965960" y="3739896"/>
            <a:ext cx="8229600" cy="566928"/>
          </a:xfrm>
          <a:prstGeom prst="roundRect">
            <a:avLst/>
          </a:prstGeom>
          <a:solidFill>
            <a:srgbClr val="EEE9FE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Core Engine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thread-safe lock · contextvars span stack · auto error capture · schemas</a:t>
            </a:r>
          </a:p>
        </p:txBody>
      </p:sp>
      <p:cxnSp>
        <p:nvCxnSpPr>
          <p:cNvPr id="13" name="arrow_down"/>
          <p:cNvCxnSpPr/>
          <p:nvPr/>
        </p:nvCxnSpPr>
        <p:spPr>
          <a:xfrm>
            <a:off x="6080760" y="4326824"/>
            <a:ext cx="0" cy="106304"/>
          </a:xfrm>
          <a:prstGeom prst="line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ayer__Storage"/>
          <p:cNvSpPr/>
          <p:nvPr/>
        </p:nvSpPr>
        <p:spPr>
          <a:xfrm>
            <a:off x="1965960" y="4453128"/>
            <a:ext cx="8229600" cy="56692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Storage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partitioned JSONL: base/{platform}/event_type=X/dt=Y/part-*.jsonl</a:t>
            </a:r>
          </a:p>
        </p:txBody>
      </p:sp>
      <p:cxnSp>
        <p:nvCxnSpPr>
          <p:cNvPr id="15" name="arrow_down"/>
          <p:cNvCxnSpPr/>
          <p:nvPr/>
        </p:nvCxnSpPr>
        <p:spPr>
          <a:xfrm>
            <a:off x="6080760" y="5040056"/>
            <a:ext cx="0" cy="106304"/>
          </a:xfrm>
          <a:prstGeom prst="line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ayer__Analytics"/>
          <p:cNvSpPr/>
          <p:nvPr/>
        </p:nvSpPr>
        <p:spPr>
          <a:xfrm>
            <a:off x="1965960" y="5166360"/>
            <a:ext cx="8229600" cy="566928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Analytics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SLA · Medallion Health · Lineage · Cost · Agentic call tree · AI suggestions</a:t>
            </a:r>
          </a:p>
        </p:txBody>
      </p:sp>
      <p:cxnSp>
        <p:nvCxnSpPr>
          <p:cNvPr id="17" name="arrow_down"/>
          <p:cNvCxnSpPr/>
          <p:nvPr/>
        </p:nvCxnSpPr>
        <p:spPr>
          <a:xfrm>
            <a:off x="6080760" y="5753288"/>
            <a:ext cx="0" cy="106304"/>
          </a:xfrm>
          <a:prstGeom prst="line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Every shape on this slide is a native PowerPoint object — move, recolour, or relabel freely.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937"/>
                </a:solidFill>
                <a:latin typeface="Calibri"/>
              </a:rPr>
              <a:t>Declarative `@`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430000" cy="4206240"/>
          </a:xfrm>
          <a:prstGeom prst="roundRect">
            <a:avLst/>
          </a:prstGeom>
          <a:solidFill>
            <a:srgbClr val="F6F8FA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1100816" cy="3986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from kage import configure, pipeline, task, dataset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configure(base_path="./kage-logs", pipeline_name="orders")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@dataset(layer="bronze", dataset_name="bronze_orders",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     upstream_datasets=["raw_orders_api"])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def clean(df):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return df.filter(df.amount &gt; 0)      # record_count auto-inferred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@task(layer="bronze", task_name="bronze_clean")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def bronze_stage(df):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return clean(df)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@pipeline("daily_etl")                   # error capture, SUCCESS/FAILED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def run(df):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return bronze_stage(df)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Auto-inferred record count · auto error capture · auto re-raise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937"/>
                </a:solidFill>
                <a:latin typeface="Calibri"/>
              </a:rPr>
              <a:t>Spark Declarative Pipelines (DLT / Lakeflow)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430000" cy="4206240"/>
          </a:xfrm>
          <a:prstGeom prst="roundRect">
            <a:avLst/>
          </a:prstGeom>
          <a:solidFill>
            <a:srgbClr val="F6F8FA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1100816" cy="3986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import dlt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from kage.integrations.spark_declarative import (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kage_dlt_table, kage_dlt_expectations,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@kage_dlt_table(layer="bronze", upstream_datasets=["landing.orders"])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def bronze_orders():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return spark.readStream.format("cloudFiles").load("/landing/orders")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@kage_dlt_table(layer="silver", upstream_datasets=["bronze_orders"])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@kage_dlt_expectations(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("expect_or_drop", "valid_amount", "amount &gt; 0"),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("expect_or_fail", "non_null_id", "order_id IS NOT NULL"),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)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def silver_orders():</a:t>
            </a:r>
          </a:p>
          <a:p>
            <a:pPr algn="l"/>
            <a:r>
              <a:rPr sz="1200">
                <a:solidFill>
                  <a:srgbClr val="1F2937"/>
                </a:solidFill>
                <a:latin typeface="Menlo"/>
              </a:rPr>
              <a:t>    return dlt.read_stream("bronze_orders")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Stacks on top of </a:t>
            </a:r>
            <a:r>
              <a:rPr sz="1500">
                <a:solidFill>
                  <a:srgbClr val="B45309"/>
                </a:solidFill>
                <a:latin typeface="Menlo"/>
              </a:rPr>
              <a:t>@dlt.table</a:t>
            </a:r>
            <a:r>
              <a:rPr sz="1500">
                <a:solidFill>
                  <a:srgbClr val="1F2937"/>
                </a:solidFill>
                <a:latin typeface="Calibri"/>
              </a:rPr>
              <a:t> — no DLT rewrites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Handles positive · negative · streaming · empty · huge-batch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937"/>
                </a:solidFill>
                <a:latin typeface="Calibri"/>
              </a:rPr>
              <a:t>Analytics +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563EB"/>
                </a:solidFill>
                <a:latin typeface="Calibri"/>
              </a:rPr>
              <a:t>Logs → Insights, with one SQL query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  <a:r>
              <a:rPr b="1" sz="2200">
                <a:solidFill>
                  <a:srgbClr val="1F2937"/>
                </a:solidFill>
                <a:latin typeface="Calibri"/>
              </a:rPr>
              <a:t>Pipeline SLA</a:t>
            </a:r>
            <a:r>
              <a:rPr sz="2200">
                <a:solidFill>
                  <a:srgbClr val="1F2937"/>
                </a:solidFill>
                <a:latin typeface="Calibri"/>
              </a:rPr>
              <a:t> — success rate, p90 duration, total volume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  <a:r>
              <a:rPr b="1" sz="2200">
                <a:solidFill>
                  <a:srgbClr val="1F2937"/>
                </a:solidFill>
                <a:latin typeface="Calibri"/>
              </a:rPr>
              <a:t>Medallion Health</a:t>
            </a:r>
            <a:r>
              <a:rPr sz="2200">
                <a:solidFill>
                  <a:srgbClr val="1F2937"/>
                </a:solidFill>
                <a:latin typeface="Calibri"/>
              </a:rPr>
              <a:t> — landing → gold survival %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  <a:r>
              <a:rPr b="1" sz="2200">
                <a:solidFill>
                  <a:srgbClr val="1F2937"/>
                </a:solidFill>
                <a:latin typeface="Calibri"/>
              </a:rPr>
              <a:t>Failure Root Cause</a:t>
            </a:r>
            <a:r>
              <a:rPr sz="2200">
                <a:solidFill>
                  <a:srgbClr val="1F2937"/>
                </a:solidFill>
                <a:latin typeface="Calibri"/>
              </a:rPr>
              <a:t> — error aggregation across jobs/tasks/datasets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  <a:r>
              <a:rPr b="1" sz="2200">
                <a:solidFill>
                  <a:srgbClr val="1F2937"/>
                </a:solidFill>
                <a:latin typeface="Calibri"/>
              </a:rPr>
              <a:t>Cost Attribution</a:t>
            </a:r>
            <a:r>
              <a:rPr sz="2200">
                <a:solidFill>
                  <a:srgbClr val="1F2937"/>
                </a:solidFill>
                <a:latin typeface="Calibri"/>
              </a:rPr>
              <a:t> — compute cost by pipeline × layer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  <a:r>
              <a:rPr b="1" sz="2200">
                <a:solidFill>
                  <a:srgbClr val="1F2937"/>
                </a:solidFill>
                <a:latin typeface="Calibri"/>
              </a:rPr>
              <a:t>Data Lineage Graph</a:t>
            </a:r>
            <a:r>
              <a:rPr sz="2200">
                <a:solidFill>
                  <a:srgbClr val="1F2937"/>
                </a:solidFill>
                <a:latin typeface="Calibri"/>
              </a:rPr>
              <a:t> — upstream/downstream dependency map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2563EB"/>
                </a:solidFill>
                <a:latin typeface="Calibri"/>
              </a:rPr>
              <a:t>•  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  <a:r>
              <a:rPr b="1" sz="2200">
                <a:solidFill>
                  <a:srgbClr val="1F2937"/>
                </a:solidFill>
                <a:latin typeface="Calibri"/>
              </a:rPr>
              <a:t>AI Resolution Suggestions</a:t>
            </a:r>
            <a:r>
              <a:rPr sz="2200">
                <a:solidFill>
                  <a:srgbClr val="1F2937"/>
                </a:solidFill>
                <a:latin typeface="Calibri"/>
              </a:rPr>
              <a:t> — opt-in via </a:t>
            </a:r>
            <a:r>
              <a:rPr sz="2200">
                <a:solidFill>
                  <a:srgbClr val="B45309"/>
                </a:solidFill>
                <a:latin typeface="Menlo"/>
              </a:rPr>
              <a:t>ai_query()</a:t>
            </a:r>
            <a:r>
              <a:rPr sz="220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“`pip install kage` · 6-layer architecture diagram in `docs/architecture.html`”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KAGE × Databricks — What KAGE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Extends Databricks observability; does not replace it.</a:t>
            </a:r>
          </a:p>
        </p:txBody>
      </p:sp>
      <p:graphicFrame>
        <p:nvGraphicFramePr>
          <p:cNvPr id="6" name="kage_databricks_comparison"/>
          <p:cNvGraphicFramePr>
            <a:graphicFrameLocks noGrp="1"/>
          </p:cNvGraphicFramePr>
          <p:nvPr/>
        </p:nvGraphicFramePr>
        <p:xfrm>
          <a:off x="457200" y="1508760"/>
          <a:ext cx="1127455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325112"/>
              </a:tblGrid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Databricks today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KAGE adds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Cross-platform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Unity Catalog &amp; system tables are Databricks-only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One JSONL contract across Spark, Glue, Synapse, Snowflake, dbt, Airflow, plain 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Medallion as first-class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Lineage knows tables, not layers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Every event carries `layer` — direct "gold survival %" queries, no joins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You own the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System tables retained per Databricks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Plain JSONL in your Volume / S3 / ADLS — your retention, your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Business custom fields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Cluster tags don't reach the event stream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`custom_fields={owner, sla_minutes, cost_center}` on every event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Lineage outside Databricks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UC lineage requires Databricks reads/writes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`upstream_datasets=[...]` works from pandas, dbt, Airflow operators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AI-suggested remediation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Not in built-in observability today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`ai_query()` column on every analytics SQL — LLM fix per error / bottleneck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Cost attribution by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Billing is cluster-level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Synthetic cost per pipeline × layer × records — chargeback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DLT overlay without rewrites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DLT metrics are what DLT exposes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`@kage_dlt_table` adds your business context at materialization time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00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Tied to Databricks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`pip install kage` — &lt;10 ms / event, library-only, no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“"Same lens across every platform you run — medallion-aware, AI-augmented."”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